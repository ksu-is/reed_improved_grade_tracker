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8FA44-34E2-C4D1-F599-76749A693D95}" v="93" dt="2025-11-30T18:43:43.748"/>
    <p1510:client id="{DD6C557D-FFB9-BC3E-5645-187F6887B193}" v="171" dt="2025-11-30T18:52:40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Reed" userId="S::breed61@students.kennesaw.edu::0d15edf6-824d-4e12-9f3f-93b0d89e90ff" providerId="AD" clId="Web-{3298FA44-34E2-C4D1-F599-76749A693D95}"/>
    <pc:docChg chg="modSld addMainMaster delMainMaster">
      <pc:chgData name="Benjamin Reed" userId="S::breed61@students.kennesaw.edu::0d15edf6-824d-4e12-9f3f-93b0d89e90ff" providerId="AD" clId="Web-{3298FA44-34E2-C4D1-F599-76749A693D95}" dt="2025-11-30T18:43:43.748" v="79"/>
      <pc:docMkLst>
        <pc:docMk/>
      </pc:docMkLst>
      <pc:sldChg chg="addSp delSp modSp mod setBg modClrScheme chgLayout">
        <pc:chgData name="Benjamin Reed" userId="S::breed61@students.kennesaw.edu::0d15edf6-824d-4e12-9f3f-93b0d89e90ff" providerId="AD" clId="Web-{3298FA44-34E2-C4D1-F599-76749A693D95}" dt="2025-11-30T18:43:43.748" v="79"/>
        <pc:sldMkLst>
          <pc:docMk/>
          <pc:sldMk cId="109857222" sldId="256"/>
        </pc:sldMkLst>
        <pc:spChg chg="del">
          <ac:chgData name="Benjamin Reed" userId="S::breed61@students.kennesaw.edu::0d15edf6-824d-4e12-9f3f-93b0d89e90ff" providerId="AD" clId="Web-{3298FA44-34E2-C4D1-F599-76749A693D95}" dt="2025-11-30T18:29:25.616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Benjamin Reed" userId="S::breed61@students.kennesaw.edu::0d15edf6-824d-4e12-9f3f-93b0d89e90ff" providerId="AD" clId="Web-{3298FA44-34E2-C4D1-F599-76749A693D95}" dt="2025-11-30T18:29:33.101" v="1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Benjamin Reed" userId="S::breed61@students.kennesaw.edu::0d15edf6-824d-4e12-9f3f-93b0d89e90ff" providerId="AD" clId="Web-{3298FA44-34E2-C4D1-F599-76749A693D95}" dt="2025-11-30T18:33:41.923" v="9"/>
          <ac:spMkLst>
            <pc:docMk/>
            <pc:sldMk cId="109857222" sldId="256"/>
            <ac:spMk id="5" creationId="{ED22FCD8-AEBD-3334-2A5F-BDFAEC09F2C8}"/>
          </ac:spMkLst>
        </pc:spChg>
        <pc:spChg chg="add mod">
          <ac:chgData name="Benjamin Reed" userId="S::breed61@students.kennesaw.edu::0d15edf6-824d-4e12-9f3f-93b0d89e90ff" providerId="AD" clId="Web-{3298FA44-34E2-C4D1-F599-76749A693D95}" dt="2025-11-30T18:43:43.748" v="79"/>
          <ac:spMkLst>
            <pc:docMk/>
            <pc:sldMk cId="109857222" sldId="256"/>
            <ac:spMk id="8" creationId="{D9338337-3A2E-77D9-B381-4D4827BA651C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36:54.817" v="61"/>
          <ac:spMkLst>
            <pc:docMk/>
            <pc:sldMk cId="109857222" sldId="256"/>
            <ac:spMk id="13" creationId="{9B37791B-B040-4694-BFDC-8DD132D86E8E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43.748" v="79"/>
          <ac:spMkLst>
            <pc:docMk/>
            <pc:sldMk cId="109857222" sldId="256"/>
            <ac:spMk id="47" creationId="{4187D111-0A9D-421B-84EB-FC5811C3A931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43.748" v="79"/>
          <ac:spMkLst>
            <pc:docMk/>
            <pc:sldMk cId="109857222" sldId="256"/>
            <ac:spMk id="48" creationId="{218D3B53-4071-48E8-9CB1-4566DAFA0BAE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04.557" v="73"/>
          <ac:spMkLst>
            <pc:docMk/>
            <pc:sldMk cId="109857222" sldId="256"/>
            <ac:spMk id="54" creationId="{BA6285CA-6AFA-4F27-AFB5-1B32CDE09B1A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04.557" v="73"/>
          <ac:spMkLst>
            <pc:docMk/>
            <pc:sldMk cId="109857222" sldId="256"/>
            <ac:spMk id="56" creationId="{A5937681-F716-4702-BC6A-612055E63C70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08.760" v="75"/>
          <ac:spMkLst>
            <pc:docMk/>
            <pc:sldMk cId="109857222" sldId="256"/>
            <ac:spMk id="89" creationId="{A5937681-F716-4702-BC6A-612055E63C70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08.760" v="75"/>
          <ac:spMkLst>
            <pc:docMk/>
            <pc:sldMk cId="109857222" sldId="256"/>
            <ac:spMk id="91" creationId="{BA6285CA-6AFA-4F27-AFB5-1B32CDE09B1A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43.748" v="79"/>
          <ac:spMkLst>
            <pc:docMk/>
            <pc:sldMk cId="109857222" sldId="256"/>
            <ac:spMk id="95" creationId="{BA6285CA-6AFA-4F27-AFB5-1B32CDE09B1A}"/>
          </ac:spMkLst>
        </pc:spChg>
        <pc:spChg chg="add del">
          <ac:chgData name="Benjamin Reed" userId="S::breed61@students.kennesaw.edu::0d15edf6-824d-4e12-9f3f-93b0d89e90ff" providerId="AD" clId="Web-{3298FA44-34E2-C4D1-F599-76749A693D95}" dt="2025-11-30T18:43:43.748" v="79"/>
          <ac:spMkLst>
            <pc:docMk/>
            <pc:sldMk cId="109857222" sldId="256"/>
            <ac:spMk id="96" creationId="{A5937681-F716-4702-BC6A-612055E63C70}"/>
          </ac:spMkLst>
        </pc:spChg>
        <pc:grpChg chg="add del">
          <ac:chgData name="Benjamin Reed" userId="S::breed61@students.kennesaw.edu::0d15edf6-824d-4e12-9f3f-93b0d89e90ff" providerId="AD" clId="Web-{3298FA44-34E2-C4D1-F599-76749A693D95}" dt="2025-11-30T18:36:54.817" v="61"/>
          <ac:grpSpMkLst>
            <pc:docMk/>
            <pc:sldMk cId="109857222" sldId="256"/>
            <ac:grpSpMk id="15" creationId="{564DEED3-BC52-4F15-8426-D33275CB0111}"/>
          </ac:grpSpMkLst>
        </pc:grpChg>
        <pc:grpChg chg="add del">
          <ac:chgData name="Benjamin Reed" userId="S::breed61@students.kennesaw.edu::0d15edf6-824d-4e12-9f3f-93b0d89e90ff" providerId="AD" clId="Web-{3298FA44-34E2-C4D1-F599-76749A693D95}" dt="2025-11-30T18:43:43.748" v="79"/>
          <ac:grpSpMkLst>
            <pc:docMk/>
            <pc:sldMk cId="109857222" sldId="256"/>
            <ac:grpSpMk id="49" creationId="{CEC7A2BB-E03E-436B-ABA5-3EBC8FB4066D}"/>
          </ac:grpSpMkLst>
        </pc:grpChg>
        <pc:grpChg chg="add del">
          <ac:chgData name="Benjamin Reed" userId="S::breed61@students.kennesaw.edu::0d15edf6-824d-4e12-9f3f-93b0d89e90ff" providerId="AD" clId="Web-{3298FA44-34E2-C4D1-F599-76749A693D95}" dt="2025-11-30T18:43:04.557" v="73"/>
          <ac:grpSpMkLst>
            <pc:docMk/>
            <pc:sldMk cId="109857222" sldId="256"/>
            <ac:grpSpMk id="58" creationId="{5864EC4E-658C-4612-85A4-16C165B32B69}"/>
          </ac:grpSpMkLst>
        </pc:grpChg>
        <pc:grpChg chg="add del">
          <ac:chgData name="Benjamin Reed" userId="S::breed61@students.kennesaw.edu::0d15edf6-824d-4e12-9f3f-93b0d89e90ff" providerId="AD" clId="Web-{3298FA44-34E2-C4D1-F599-76749A693D95}" dt="2025-11-30T18:43:08.760" v="75"/>
          <ac:grpSpMkLst>
            <pc:docMk/>
            <pc:sldMk cId="109857222" sldId="256"/>
            <ac:grpSpMk id="92" creationId="{5864EC4E-658C-4612-85A4-16C165B32B69}"/>
          </ac:grpSpMkLst>
        </pc:grpChg>
        <pc:grpChg chg="add del">
          <ac:chgData name="Benjamin Reed" userId="S::breed61@students.kennesaw.edu::0d15edf6-824d-4e12-9f3f-93b0d89e90ff" providerId="AD" clId="Web-{3298FA44-34E2-C4D1-F599-76749A693D95}" dt="2025-11-30T18:43:43.748" v="79"/>
          <ac:grpSpMkLst>
            <pc:docMk/>
            <pc:sldMk cId="109857222" sldId="256"/>
            <ac:grpSpMk id="97" creationId="{5864EC4E-658C-4612-85A4-16C165B32B69}"/>
          </ac:grpSpMkLst>
        </pc:grpChg>
        <pc:picChg chg="add del mod">
          <ac:chgData name="Benjamin Reed" userId="S::breed61@students.kennesaw.edu::0d15edf6-824d-4e12-9f3f-93b0d89e90ff" providerId="AD" clId="Web-{3298FA44-34E2-C4D1-F599-76749A693D95}" dt="2025-11-30T18:33:19.969" v="6"/>
          <ac:picMkLst>
            <pc:docMk/>
            <pc:sldMk cId="109857222" sldId="256"/>
            <ac:picMk id="4" creationId="{B974140C-C1FC-E177-1833-1AABC9E70D0A}"/>
          </ac:picMkLst>
        </pc:picChg>
        <pc:picChg chg="add del mod">
          <ac:chgData name="Benjamin Reed" userId="S::breed61@students.kennesaw.edu::0d15edf6-824d-4e12-9f3f-93b0d89e90ff" providerId="AD" clId="Web-{3298FA44-34E2-C4D1-F599-76749A693D95}" dt="2025-11-30T18:34:51.800" v="12"/>
          <ac:picMkLst>
            <pc:docMk/>
            <pc:sldMk cId="109857222" sldId="256"/>
            <ac:picMk id="6" creationId="{E28ECFFD-0332-3ABD-0F8F-DD235F0754A1}"/>
          </ac:picMkLst>
        </pc:picChg>
        <pc:picChg chg="add mod ord">
          <ac:chgData name="Benjamin Reed" userId="S::breed61@students.kennesaw.edu::0d15edf6-824d-4e12-9f3f-93b0d89e90ff" providerId="AD" clId="Web-{3298FA44-34E2-C4D1-F599-76749A693D95}" dt="2025-11-30T18:43:43.748" v="79"/>
          <ac:picMkLst>
            <pc:docMk/>
            <pc:sldMk cId="109857222" sldId="256"/>
            <ac:picMk id="7" creationId="{56A09FBC-53C2-B35A-8212-D59E2EFC4F6C}"/>
          </ac:picMkLst>
        </pc:picChg>
        <pc:picChg chg="add mod ord">
          <ac:chgData name="Benjamin Reed" userId="S::breed61@students.kennesaw.edu::0d15edf6-824d-4e12-9f3f-93b0d89e90ff" providerId="AD" clId="Web-{3298FA44-34E2-C4D1-F599-76749A693D95}" dt="2025-11-30T18:43:43.748" v="79"/>
          <ac:picMkLst>
            <pc:docMk/>
            <pc:sldMk cId="109857222" sldId="256"/>
            <ac:picMk id="9" creationId="{7541F757-658B-ADED-9AE7-EFAB37DBFD46}"/>
          </ac:picMkLst>
        </pc:picChg>
        <pc:picChg chg="add mod">
          <ac:chgData name="Benjamin Reed" userId="S::breed61@students.kennesaw.edu::0d15edf6-824d-4e12-9f3f-93b0d89e90ff" providerId="AD" clId="Web-{3298FA44-34E2-C4D1-F599-76749A693D95}" dt="2025-11-30T18:43:43.748" v="79"/>
          <ac:picMkLst>
            <pc:docMk/>
            <pc:sldMk cId="109857222" sldId="256"/>
            <ac:picMk id="10" creationId="{647E6B5B-C937-C9AF-1951-33A121937F7F}"/>
          </ac:picMkLst>
        </pc:picChg>
      </pc:sldChg>
      <pc:sldMasterChg chg="add del addSldLayout delSldLayout">
        <pc:chgData name="Benjamin Reed" userId="S::breed61@students.kennesaw.edu::0d15edf6-824d-4e12-9f3f-93b0d89e90ff" providerId="AD" clId="Web-{3298FA44-34E2-C4D1-F599-76749A693D95}" dt="2025-11-30T18:36:54.880" v="62"/>
        <pc:sldMasterMkLst>
          <pc:docMk/>
          <pc:sldMasterMk cId="2460954070" sldId="2147483660"/>
        </pc:sldMasterMkLst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Benjamin Reed" userId="S::breed61@students.kennesaw.edu::0d15edf6-824d-4e12-9f3f-93b0d89e90ff" providerId="AD" clId="Web-{3298FA44-34E2-C4D1-F599-76749A693D95}" dt="2025-11-30T18:36:54.817" v="61"/>
        <pc:sldMasterMkLst>
          <pc:docMk/>
          <pc:sldMasterMk cId="2114217014" sldId="2147483734"/>
        </pc:sldMasterMkLst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1705247652" sldId="2147483723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4013481329" sldId="2147483724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3619670729" sldId="2147483725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3932385904" sldId="2147483726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3669845174" sldId="2147483727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2046932731" sldId="2147483728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1918106582" sldId="2147483729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1654189302" sldId="2147483730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2954752312" sldId="2147483731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3255848037" sldId="2147483732"/>
          </pc:sldLayoutMkLst>
        </pc:sldLayoutChg>
        <pc:sldLayoutChg chg="add del">
          <pc:chgData name="Benjamin Reed" userId="S::breed61@students.kennesaw.edu::0d15edf6-824d-4e12-9f3f-93b0d89e90ff" providerId="AD" clId="Web-{3298FA44-34E2-C4D1-F599-76749A693D95}" dt="2025-11-30T18:36:54.817" v="61"/>
          <pc:sldLayoutMkLst>
            <pc:docMk/>
            <pc:sldMasterMk cId="2114217014" sldId="2147483734"/>
            <pc:sldLayoutMk cId="3861832789" sldId="2147483733"/>
          </pc:sldLayoutMkLst>
        </pc:sldLayoutChg>
      </pc:sldMasterChg>
      <pc:sldMasterChg chg="add addSldLayout">
        <pc:chgData name="Benjamin Reed" userId="S::breed61@students.kennesaw.edu::0d15edf6-824d-4e12-9f3f-93b0d89e90ff" providerId="AD" clId="Web-{3298FA44-34E2-C4D1-F599-76749A693D95}" dt="2025-11-30T18:36:54.880" v="62"/>
        <pc:sldMasterMkLst>
          <pc:docMk/>
          <pc:sldMasterMk cId="3764745008" sldId="2147483747"/>
        </pc:sldMasterMkLst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872194081" sldId="2147483736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896134652" sldId="2147483737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277425033" sldId="2147483738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1494943767" sldId="2147483739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1682307128" sldId="2147483740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1883034705" sldId="2147483741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859338862" sldId="2147483742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3809473911" sldId="2147483743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1767281968" sldId="2147483744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137386362" sldId="2147483745"/>
          </pc:sldLayoutMkLst>
        </pc:sldLayoutChg>
        <pc:sldLayoutChg chg="add">
          <pc:chgData name="Benjamin Reed" userId="S::breed61@students.kennesaw.edu::0d15edf6-824d-4e12-9f3f-93b0d89e90ff" providerId="AD" clId="Web-{3298FA44-34E2-C4D1-F599-76749A693D95}" dt="2025-11-30T18:36:54.880" v="62"/>
          <pc:sldLayoutMkLst>
            <pc:docMk/>
            <pc:sldMasterMk cId="3764745008" sldId="2147483747"/>
            <pc:sldLayoutMk cId="3149046050" sldId="2147483746"/>
          </pc:sldLayoutMkLst>
        </pc:sldLayoutChg>
      </pc:sldMasterChg>
    </pc:docChg>
  </pc:docChgLst>
  <pc:docChgLst>
    <pc:chgData name="Benjamin Reed" userId="S::breed61@students.kennesaw.edu::0d15edf6-824d-4e12-9f3f-93b0d89e90ff" providerId="AD" clId="Web-{DD6C557D-FFB9-BC3E-5645-187F6887B193}"/>
    <pc:docChg chg="modSld">
      <pc:chgData name="Benjamin Reed" userId="S::breed61@students.kennesaw.edu::0d15edf6-824d-4e12-9f3f-93b0d89e90ff" providerId="AD" clId="Web-{DD6C557D-FFB9-BC3E-5645-187F6887B193}" dt="2025-11-30T18:52:40.626" v="128" actId="20577"/>
      <pc:docMkLst>
        <pc:docMk/>
      </pc:docMkLst>
      <pc:sldChg chg="addSp modSp">
        <pc:chgData name="Benjamin Reed" userId="S::breed61@students.kennesaw.edu::0d15edf6-824d-4e12-9f3f-93b0d89e90ff" providerId="AD" clId="Web-{DD6C557D-FFB9-BC3E-5645-187F6887B193}" dt="2025-11-30T18:52:40.626" v="128" actId="20577"/>
        <pc:sldMkLst>
          <pc:docMk/>
          <pc:sldMk cId="109857222" sldId="256"/>
        </pc:sldMkLst>
        <pc:spChg chg="add mod">
          <ac:chgData name="Benjamin Reed" userId="S::breed61@students.kennesaw.edu::0d15edf6-824d-4e12-9f3f-93b0d89e90ff" providerId="AD" clId="Web-{DD6C557D-FFB9-BC3E-5645-187F6887B193}" dt="2025-11-30T18:48:24.643" v="27" actId="20577"/>
          <ac:spMkLst>
            <pc:docMk/>
            <pc:sldMk cId="109857222" sldId="256"/>
            <ac:spMk id="2" creationId="{A4724250-50F9-6BBE-4FB8-DC0C617440DB}"/>
          </ac:spMkLst>
        </pc:spChg>
        <pc:spChg chg="add mod">
          <ac:chgData name="Benjamin Reed" userId="S::breed61@students.kennesaw.edu::0d15edf6-824d-4e12-9f3f-93b0d89e90ff" providerId="AD" clId="Web-{DD6C557D-FFB9-BC3E-5645-187F6887B193}" dt="2025-11-30T18:50:16.385" v="71" actId="20577"/>
          <ac:spMkLst>
            <pc:docMk/>
            <pc:sldMk cId="109857222" sldId="256"/>
            <ac:spMk id="3" creationId="{761DB08C-8121-C391-045E-B014D524BCBF}"/>
          </ac:spMkLst>
        </pc:spChg>
        <pc:spChg chg="mod">
          <ac:chgData name="Benjamin Reed" userId="S::breed61@students.kennesaw.edu::0d15edf6-824d-4e12-9f3f-93b0d89e90ff" providerId="AD" clId="Web-{DD6C557D-FFB9-BC3E-5645-187F6887B193}" dt="2025-11-30T18:52:40.626" v="128" actId="20577"/>
          <ac:spMkLst>
            <pc:docMk/>
            <pc:sldMk cId="109857222" sldId="256"/>
            <ac:spMk id="8" creationId="{D9338337-3A2E-77D9-B381-4D4827BA651C}"/>
          </ac:spMkLst>
        </pc:spChg>
        <pc:picChg chg="ord">
          <ac:chgData name="Benjamin Reed" userId="S::breed61@students.kennesaw.edu::0d15edf6-824d-4e12-9f3f-93b0d89e90ff" providerId="AD" clId="Web-{DD6C557D-FFB9-BC3E-5645-187F6887B193}" dt="2025-11-30T18:46:45.056" v="2"/>
          <ac:picMkLst>
            <pc:docMk/>
            <pc:sldMk cId="109857222" sldId="256"/>
            <ac:picMk id="7" creationId="{56A09FBC-53C2-B35A-8212-D59E2EFC4F6C}"/>
          </ac:picMkLst>
        </pc:picChg>
        <pc:picChg chg="mod modCrop">
          <ac:chgData name="Benjamin Reed" userId="S::breed61@students.kennesaw.edu::0d15edf6-824d-4e12-9f3f-93b0d89e90ff" providerId="AD" clId="Web-{DD6C557D-FFB9-BC3E-5645-187F6887B193}" dt="2025-11-30T18:46:22.881" v="1"/>
          <ac:picMkLst>
            <pc:docMk/>
            <pc:sldMk cId="109857222" sldId="256"/>
            <ac:picMk id="10" creationId="{647E6B5B-C937-C9AF-1951-33A121937F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3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73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8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4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0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9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3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5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4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3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745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0" r:id="rId6"/>
    <p:sldLayoutId id="2147483736" r:id="rId7"/>
    <p:sldLayoutId id="2147483737" r:id="rId8"/>
    <p:sldLayoutId id="2147483738" r:id="rId9"/>
    <p:sldLayoutId id="2147483739" r:id="rId10"/>
    <p:sldLayoutId id="214748374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9338337-3A2E-77D9-B381-4D4827BA651C}"/>
              </a:ext>
            </a:extLst>
          </p:cNvPr>
          <p:cNvSpPr txBox="1"/>
          <p:nvPr/>
        </p:nvSpPr>
        <p:spPr>
          <a:xfrm>
            <a:off x="231442" y="273607"/>
            <a:ext cx="6429497" cy="175785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chemeClr val="tx2"/>
                </a:solidFill>
                <a:latin typeface="Consolas"/>
                <a:ea typeface="+mj-ea"/>
                <a:cs typeface="+mj-cs"/>
              </a:rPr>
              <a:t>Reed Improved Grade Tracker</a:t>
            </a:r>
          </a:p>
        </p:txBody>
      </p: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41F757-658B-ADED-9AE7-EFAB37DBF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3" y="4667969"/>
            <a:ext cx="4419600" cy="2085975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47E6B5B-C937-C9AF-1951-33A121937F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" r="-1252" b="1504"/>
          <a:stretch>
            <a:fillRect/>
          </a:stretch>
        </p:blipFill>
        <p:spPr>
          <a:xfrm>
            <a:off x="1334742" y="2028149"/>
            <a:ext cx="5325600" cy="2456967"/>
          </a:xfrm>
          <a:prstGeom prst="rect">
            <a:avLst/>
          </a:prstGeom>
        </p:spPr>
      </p:pic>
      <p:pic>
        <p:nvPicPr>
          <p:cNvPr id="7" name="Picture 6" descr="A computer on a desk">
            <a:extLst>
              <a:ext uri="{FF2B5EF4-FFF2-40B4-BE49-F238E27FC236}">
                <a16:creationId xmlns:a16="http://schemas.microsoft.com/office/drawing/2014/main" id="{56A09FBC-53C2-B35A-8212-D59E2EFC4F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" b="2235"/>
          <a:stretch>
            <a:fillRect/>
          </a:stretch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724250-50F9-6BBE-4FB8-DC0C617440DB}"/>
              </a:ext>
            </a:extLst>
          </p:cNvPr>
          <p:cNvSpPr txBox="1"/>
          <p:nvPr/>
        </p:nvSpPr>
        <p:spPr>
          <a:xfrm>
            <a:off x="6635045" y="5956300"/>
            <a:ext cx="532835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Developer : Benjamin Reed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DB08C-8121-C391-045E-B014D524BCBF}"/>
              </a:ext>
            </a:extLst>
          </p:cNvPr>
          <p:cNvSpPr txBox="1"/>
          <p:nvPr/>
        </p:nvSpPr>
        <p:spPr>
          <a:xfrm>
            <a:off x="7162800" y="269522"/>
            <a:ext cx="478413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</a:rPr>
              <a:t>Track performance in real-time.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CosineVTI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2025-11-30T18:22:42Z</dcterms:created>
  <dcterms:modified xsi:type="dcterms:W3CDTF">2025-11-30T18:53:32Z</dcterms:modified>
</cp:coreProperties>
</file>